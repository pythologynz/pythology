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🐍 PYTHOLOGY 🐍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Science of Algorithmic Trading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Portfolio &amp; Optimization Capabilities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Brent Robertson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Chief Strategy Architect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pythology@outlook.com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8620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544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Strategies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3 Methodologies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88620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5544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+4,428%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983480" y="20116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Performer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22402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NAS100 H1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88620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0175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+$1.06M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Rescue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Improvement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834640"/>
            <a:ext cx="388620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30175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83480" y="3474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7033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Profitable Under Stress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methodology transforming strategies into institutional-grade systems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 Optimization: Case Study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86200" cy="32004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20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Daily Breakout Strategy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</a:rPr>
              <a:t>• Total P&amp;L: -$463,072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• Profitable Assets: 0/5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</a:rPr>
              <a:t>• Status: FAILING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Problems Identified: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Weak trend filter (ADX 25)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Fixed stops don't scale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95%+ hit stop loss rate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0600" y="1188720"/>
            <a:ext cx="3886200" cy="3200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371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83480" y="1828800"/>
            <a:ext cx="3520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Optimized Strategy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A896"/>
                </a:solidFill>
              </a:rPr>
              <a:t>• Total P&amp;L: +$603,409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• Profitable Assets: 4/5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A896"/>
                </a:solidFill>
              </a:rPr>
              <a:t>• Status: WINNING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Solutions Applied: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Raised ADX threshold to 35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ATR-based dynamic stops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• 2x ATR SL, 4x ATR TP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Improvement: +$1,066,481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Pythology Capabilities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258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Development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profitable systems from scratch using quantitative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2801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3258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280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Optimization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underperforming strategies into winners (+$1M+ proven)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Multi-Asset Testing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606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across forex, indices, crypto, metals on multiple timeframes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3317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3774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2331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606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robustness under degraded execution conditions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290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Development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657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Expert Advisors for automated trading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3832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4290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1208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3657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ATR-based position sizing and compounding equity systems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Proven Strategy Portfolio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Strategy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Top Performer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Return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Stress Test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Pending Reversal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NAS100 H1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+4,428%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+4,041%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Deployed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Range Strategy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GER40 H1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+8,792%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+7,537%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Deployed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Optimized Breakout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GER40 D1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+603%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Validated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</a:rPr>
                        <a:t>Ready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1280160"/>
            <a:ext cx="1645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2"/>
          <p:cNvSpPr/>
          <p:nvPr/>
        </p:nvSpPr>
        <p:spPr>
          <a:xfrm>
            <a:off x="2103120" y="1280160"/>
            <a:ext cx="1645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3"/>
          <p:cNvSpPr/>
          <p:nvPr/>
        </p:nvSpPr>
        <p:spPr>
          <a:xfrm>
            <a:off x="3749040" y="1280160"/>
            <a:ext cx="1645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5394960" y="1280160"/>
            <a:ext cx="1645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7040880" y="1280160"/>
            <a:ext cx="1645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strategies stress-tested and prop-firm compatible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portfolio value: $30M+ in backtested profits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🐍 PYTHOLOGY 🐍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Science of Algorithmic Trading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Brent Robertson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Chief Strategy Architect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pythology@outlook.com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Transform Your Trading Strategy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Pythology Strategy Portfolio</dc:title>
  <dc:subject>PptxGenJS Presentation</dc:subject>
  <dc:creator>Brent Robertson - Pythology</dc:creator>
  <cp:lastModifiedBy>Brent Robertson - Pythology</cp:lastModifiedBy>
  <cp:revision>1</cp:revision>
  <dcterms:created xsi:type="dcterms:W3CDTF">2026-02-16T00:49:00Z</dcterms:created>
  <dcterms:modified xsi:type="dcterms:W3CDTF">2026-02-16T00:49:00Z</dcterms:modified>
</cp:coreProperties>
</file>